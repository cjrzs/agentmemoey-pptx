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87782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33"/>
                </a:solidFill>
              </a:rPr>
              <a:t>Supermemory 与 MemPalace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53619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577"/>
                </a:solidFill>
              </a:rPr>
              <a:t>双库深度调研：设计思路、运行方式、存储与检索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38528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02536"/>
            <a:ext cx="1024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仓库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56816" y="1984248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E2033"/>
                </a:solidFill>
              </a:rPr>
              <a:t>github.com/supermemoryai/supermemory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350008"/>
            <a:ext cx="10241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仓库 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56816" y="2331720"/>
            <a:ext cx="4114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E2033"/>
                </a:solidFill>
              </a:rPr>
              <a:t>github.com/milla-jovovich/mempalace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784848" y="1024128"/>
            <a:ext cx="4526280" cy="1755648"/>
          </a:xfrm>
          <a:prstGeom prst="roundRect">
            <a:avLst>
              <a:gd name="adj" fmla="val 2604"/>
            </a:avLst>
          </a:prstGeom>
          <a:solidFill>
            <a:srgbClr val="EDF3F9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17043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033"/>
                </a:solidFill>
              </a:rPr>
              <a:t>本次结论先看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22592" y="1481328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0E2033"/>
                </a:solidFill>
              </a:rPr>
              <a:t>Supermemory 更像“托管式 memory/context API + 插件生态”，开源仓库主要公开客户端、文档、前端与可视化层。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0E2033"/>
                </a:solidFill>
              </a:rPr>
              <a:t>MemPalace 更像“本地优先、原文优先”的个人/agent 记忆库，核心存储、MCP 与检索逻辑都在仓库里。</a:t>
            </a:r>
            <a:endParaRPr lang="en-US" sz="1060" dirty="0"/>
          </a:p>
          <a:p>
            <a:pPr marL="152400" indent="-152400">
              <a:buSzPct val="100000"/>
              <a:buChar char="•"/>
            </a:pPr>
            <a:r>
              <a:rPr lang="en-US" sz="1060" dirty="0">
                <a:solidFill>
                  <a:srgbClr val="0E2033"/>
                </a:solidFill>
              </a:rPr>
              <a:t>两者都面向 agent memory，但一个偏 SaaS 编排层，一个偏本地 verbatim memory runtime。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10561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86791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1664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033"/>
                </a:solidFill>
              </a:rPr>
              <a:t>supermemory 快照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07792" y="3904488"/>
            <a:ext cx="8183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E2033"/>
                </a:solidFill>
              </a:rPr>
              <a:t>2026-04-09 latest commit: 3cf7e77 · fix: pro plugin and free plugin confusion (#843)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22960" y="4407408"/>
            <a:ext cx="10561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526280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90288"/>
            <a:ext cx="16642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033"/>
                </a:solidFill>
              </a:rPr>
              <a:t>mempalace 快照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07792" y="4562856"/>
            <a:ext cx="8183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0E2033"/>
                </a:solidFill>
              </a:rPr>
              <a:t>2026-04-09 latest commit: 252e440 · version 3.0.14 (pyproject)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60704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530352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033"/>
                </a:solidFill>
              </a:rPr>
              <a:t>分析范围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5532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0E2033"/>
                </a:solidFill>
              </a:rPr>
              <a:t>README、源码入口、SDK/MCP/CLI、配置与文档页。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0E2033"/>
                </a:solidFill>
              </a:rPr>
              <a:t>重点回答：设计思路、核心概念、如何运行、数据如何保存、如何检索，以及仓库开源边界。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两个库在 memory 上的根本差异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先定性：一个偏统一托管 API，一个偏本地持久化原文记忆宫殿。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0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91640"/>
            <a:ext cx="5193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Supermemory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2304288"/>
            <a:ext cx="519379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定位是“memory and context layer for AI”，强调 API、MCP、profiles、connectors、hybrid search。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README 与 docs 明确描述文档入库、抽取、chunking、embedding、reranking、profiles，但生产引擎实现不在开源仓库内。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仓库公开部分主要是 docs、SDK、OpenAI/AI SDK middleware、browser/web app、memory graph 组件与插件集成。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因此它适合被分析为“开放接口与使用模型”，而不是完整自托管内核。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355080" y="1554480"/>
            <a:ext cx="521208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554480"/>
            <a:ext cx="521208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691640"/>
            <a:ext cx="4919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MemPalace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01384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01384" y="2304288"/>
            <a:ext cx="491947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定位是“Give your AI a memory. No API key required.”，默认本地运行，强调把原文 verbatim 存下来。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核心实现开源且直接可跑：CLI、miner、ChromaDB 持久化、semantic search、MCP server、graph traversal、SQLite knowledge graph。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设计上反对先用 AI 决定什么该存，先尽量保留原文，再在检索和图遍历阶段利用结构。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因此它更像一个本地 memory substrate / runtime。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0080" y="6053328"/>
            <a:ext cx="10927080" cy="438912"/>
          </a:xfrm>
          <a:prstGeom prst="roundRect">
            <a:avLst>
              <a:gd name="adj" fmla="val 10417"/>
            </a:avLst>
          </a:prstGeom>
          <a:solidFill>
            <a:srgbClr val="F7E6D0"/>
          </a:solidFill>
          <a:ln w="12700">
            <a:solidFill>
              <a:srgbClr val="B86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199632"/>
            <a:ext cx="10469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E2033"/>
                </a:solidFill>
              </a:rPr>
              <a:t>一句话：Supermemory 解决“怎么把 memory 能力接进产品和多客户端”；MemPalace 解决“怎么在本地把记忆可靠保存并按原文找回来”。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设计思路与核心概念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从文档与 SDK 可见，它把 memory、RAG、profiles、connectors 抽象成一套统一 context API。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53492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534924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45920"/>
            <a:ext cx="5056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设计思路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8424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258568"/>
            <a:ext cx="50566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把“长期记忆 + 文档检索 + 用户画像 + 连接器同步”收敛成一个 API 层，减少应用侧自建向量库和管道的负担。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文档是入口对象，memory 是处理后的可检索单元；API 先 ingest documents，再自动切成 memories。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除了 search，它把 profile 作为一级能力暴露：静态事实 + 动态近况，可直接注入 system prompt。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以 containerTag / projectId 作为最核心的隔离与上下文分组机制。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34924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08760"/>
            <a:ext cx="534924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645920"/>
            <a:ext cx="5056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核心概念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64224" y="192024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98424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64224" y="2258568"/>
            <a:ext cx="50566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Document: 任意上传内容、URL、文件，是处理和状态跟踪单位。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Memory: 从 document 抽取和 chunk 后的检索单位。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Profile: 自动维护的用户画像，分 static / dynamic 两层。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Hybrid Search: 统一搜 memories 与 document chunks。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Container Tag: 用户、项目、空间的逻辑命名空间。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" y="6144768"/>
            <a:ext cx="1090879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6254496"/>
            <a:ext cx="10515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0E2033"/>
                </a:solidFill>
              </a:rPr>
              <a:t>代码层信号：`apps/docs/memory-api/ingesting.mdx` 定义了 document→processing→multiple memories；`packages/tools` 与 `openai-sdk-python` 则展示了 profile/search/add 作为对外最稳定的调用界面。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架构抽象与开源边界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可以明确画出来的，是接口面与消费面；生产内核只在文档层可见。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9728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10512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12527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客户端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96112" y="2139696"/>
            <a:ext cx="1783080" cy="10241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App / Browser Extension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Claude Code Plugin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MCP Client / SDK Wrappers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16352" y="2834640"/>
            <a:ext cx="475488" cy="310896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81051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74520"/>
            <a:ext cx="14813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公开接口层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2139696"/>
            <a:ext cx="1353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REST API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`/v3/documents`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`/v3/search`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`/v4/profile`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MCP `memory/recall/context`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285232" y="2743200"/>
            <a:ext cx="502920" cy="384048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1810512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F7E6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874520"/>
            <a:ext cx="16184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A1A"/>
                </a:solidFill>
              </a:rPr>
              <a:t>托管引擎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2139696"/>
            <a:ext cx="13716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文档处理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抽取/清洗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chunking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embeddings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indexing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profiles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reranking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73568" y="2743200"/>
            <a:ext cx="502920" cy="384048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8512" y="1810512"/>
            <a:ext cx="1993392" cy="256032"/>
          </a:xfrm>
          <a:prstGeom prst="roundRect">
            <a:avLst>
              <a:gd name="adj" fmla="val 17857"/>
            </a:avLst>
          </a:prstGeom>
          <a:solidFill>
            <a:srgbClr val="F7DCE0"/>
          </a:solidFill>
          <a:ln w="12700">
            <a:solidFill>
              <a:srgbClr val="F7DC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1874520"/>
            <a:ext cx="1920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A54"/>
                </a:solidFill>
              </a:rPr>
              <a:t>输出给应用/LLM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87968" y="2139696"/>
            <a:ext cx="157276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搜索结果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profile.static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profile.dynamic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full docs / chunks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context injection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" y="4315968"/>
            <a:ext cx="4709160" cy="1280160"/>
          </a:xfrm>
          <a:prstGeom prst="roundRect">
            <a:avLst>
              <a:gd name="adj" fmla="val 3571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425696"/>
            <a:ext cx="4489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Repo Signals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" y="459943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apps/docs/memory-api/ingesting.mdx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apps/docs/user-profiles/overview.mdx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packages/tools/src/tools-shared.ts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packages/openai-sdk-python/src/.../middleware.py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5779008" y="4315968"/>
            <a:ext cx="5285232" cy="1280160"/>
          </a:xfrm>
          <a:prstGeom prst="roundRect">
            <a:avLst>
              <a:gd name="adj" fmla="val 3571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88736" y="4425696"/>
            <a:ext cx="50657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88736" y="4599432"/>
            <a:ext cx="5065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 repo exposes client-side contract and wrappers.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 describe engine stages; production persistence/index internals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are consumed through hosted endpoints, not shipped here.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如何运行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严格说它有三种“运行”：消费端使用、SDK 接入、MCP 集成。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56616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6916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1. 直接使用产品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2304288"/>
            <a:ext cx="3273552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Web app: `https://app.supermemory.ai`。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浏览器扩展、Raycast、各类插件把用户会话与内容接到 hosted API。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这一层主要给最终用户和无代码场景。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554480"/>
            <a:ext cx="356616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6916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2. 代码接入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6227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62272" y="2304288"/>
            <a:ext cx="3273552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`npm install supermemory` 或 `pip install supermemory`。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用 SDK 调 `add()`、`search`、`profile()`。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中间件封装已覆盖 OpenAI、Vercel AI SDK、Microsoft Agent Framework、Pipecat。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991856" y="1554480"/>
            <a:ext cx="3566160" cy="443484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1554480"/>
            <a:ext cx="3566160" cy="91440"/>
          </a:xfrm>
          <a:prstGeom prst="rect">
            <a:avLst/>
          </a:prstGeom>
          <a:solidFill>
            <a:srgbClr val="B86A1A"/>
          </a:solidFill>
          <a:ln w="12700">
            <a:solidFill>
              <a:srgbClr val="B86A1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69164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3. MCP / 插件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38160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F7E6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A1A"/>
                </a:solidFill>
              </a:rPr>
              <a:t>结论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0" y="2304288"/>
            <a:ext cx="3273552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README 推荐 `npx -y install-mcp@latest https://mcp.supermemory.ai/mcp --client claude --oauth=yes`。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工具面向 `memory`、`recall`、`context`。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对用户来说，它是跨客户端的统一记忆层。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6144768"/>
            <a:ext cx="108996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6254496"/>
            <a:ext cx="10424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E2033"/>
                </a:solidFill>
              </a:rPr>
              <a:t>仓库本身能本地跑的是 docs / web / 插件等前端或 wrapper，但不是完整托管引擎。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数据如何保存、如何检索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这里能说清的部分来自 docs、schema 和 SDK 调用链。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530352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91640"/>
            <a:ext cx="5010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保存模型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304288"/>
            <a:ext cx="501091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输入内容先作为 document 入库，API 立即返回 `id + status`，后台异步处理。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文档会经历 content extraction、memory creation、embedding &amp; indexing。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元数据可带 `containerTag/containerTags`、`customId`、扁平 `metadata`。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README 与 docs 明确存在 documents 与 memories 两层；具体底层数据库/索引实现未在仓库公开。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36208" y="1554480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554480"/>
            <a:ext cx="530352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691640"/>
            <a:ext cx="5010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检索模型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8251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501091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Search 支持 `hybrid` 与 `memories` 两种模式；`hybrid` 同时搜 memories 与 document chunks。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可用 `containerTag` 和 metadata filters 缩小范围；可选 rerank。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Reranking 文档页注明当前使用 `bge-reranker-base`。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Profile API 会返回 `profile.static`、`profile.dynamic`，并可叠加 `searchResults` 形成 prompt 注入上下文。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" y="6181344"/>
            <a:ext cx="10899648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B86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6263640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E2033"/>
                </a:solidFill>
              </a:rPr>
              <a:t>最准确的理解：Supermemory 对外暴露的是“统一记忆查询面”，而不是让你直接管理底层向量库。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设计思路与核心概念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它的 thesis 很鲜明：默认先保存原文，不让 AI 先替你决定什么值得记住。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36192"/>
            <a:ext cx="5349240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36192"/>
            <a:ext cx="534924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73352"/>
            <a:ext cx="5056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设计思路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47672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1168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286000"/>
            <a:ext cx="505663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记忆以 verbatim drawers 为核心，不做默认摘要化存储；搜索返回的也是原文片段。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通过 palace 隐喻组织结构：wing / hall / room / drawer / tunnel / closet。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同一个 palace 同时承载项目文件和会话导入，两种 ingestion 共享一套搜索面。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本地优先、无 API key，适配 CLI、MCP、本地 LLM context 注入。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17920" y="1536192"/>
            <a:ext cx="5349240" cy="4553712"/>
          </a:xfrm>
          <a:prstGeom prst="roundRect">
            <a:avLst>
              <a:gd name="adj" fmla="val 1004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36192"/>
            <a:ext cx="534924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673352"/>
            <a:ext cx="5056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核心概念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64224" y="1947672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11680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64224" y="2286000"/>
            <a:ext cx="505663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Wing: 项目、人、主题级命名空间。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Room: 具体议题或实体名，检索和图遍历的节点粒度。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Drawer: 真正持久化的原文 chunk，存在 Chroma collection 里。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Closet: 指向原文的摘要/压缩层，AAAK 属于可选压缩方言。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Tunnel: 跨 wing 复现的同名 room，形成跨域连通。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" y="6199632"/>
            <a:ext cx="10899648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6272784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033"/>
                </a:solidFill>
              </a:rPr>
              <a:t>README 甚至直接把“Store everything verbatim”写成方法论；AAAK 在最新 README 里被明确标成实验层，而非默认路径。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运行时架构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实现比 README 说得更朴素：CLI + ChromaDB + metadata graph + optional SQLite knowledge graph。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10972800" cy="4352544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92808"/>
            <a:ext cx="11155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入口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1234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CLI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`init`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`mine`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`search`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`wake-up`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`status`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`repair`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MCP server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788920"/>
            <a:ext cx="502920" cy="384048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828800"/>
            <a:ext cx="1536192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892808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Ingestion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91256" y="2148840"/>
            <a:ext cx="1417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`miner.py`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项目文件切块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`convo_miner.py`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会话导入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E2033"/>
                </a:solidFill>
              </a:rPr>
              <a:t>room / wing 检测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2788920"/>
            <a:ext cx="502920" cy="384048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828800"/>
            <a:ext cx="1682496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F7E6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5856" y="1892808"/>
            <a:ext cx="16093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A1A"/>
                </a:solidFill>
              </a:rPr>
              <a:t>持久化层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42432" y="2148840"/>
            <a:ext cx="1554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ChromaDB PersistentClient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collection: `mempalace_drawers`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metadata: wing/room/hall/... 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+ SQLite knowledge graph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26680" y="2788920"/>
            <a:ext cx="502920" cy="384048"/>
          </a:xfrm>
          <a:prstGeom prst="chevron">
            <a:avLst/>
          </a:prstGeom>
          <a:solidFill>
            <a:srgbClr val="D8E9F7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82880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F7DCE0"/>
          </a:solidFill>
          <a:ln w="12700">
            <a:solidFill>
              <a:srgbClr val="F7DC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1892808"/>
            <a:ext cx="18470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4A54"/>
                </a:solidFill>
              </a:rPr>
              <a:t>检索与编排层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77072" y="2148840"/>
            <a:ext cx="1645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`searcher.py`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semantic search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`palace_graph.py`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traverse / tunnels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`knowledge_graph.py`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E2033"/>
                </a:solidFill>
              </a:rPr>
              <a:t>temporal triples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68680" y="4407408"/>
            <a:ext cx="3657600" cy="1152144"/>
          </a:xfrm>
          <a:prstGeom prst="roundRect">
            <a:avLst>
              <a:gd name="adj" fmla="val 3968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517136"/>
            <a:ext cx="34381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Primary 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8408" y="4690872"/>
            <a:ext cx="3438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mempalace/cli.py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mempalace/miner.py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mempalace/convo_miner.py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mempalace/mcp_server.py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4709160" y="4407408"/>
            <a:ext cx="6035040" cy="1152144"/>
          </a:xfrm>
          <a:prstGeom prst="roundRect">
            <a:avLst>
              <a:gd name="adj" fmla="val 3968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4517136"/>
            <a:ext cx="58155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Storage + Search Files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690872"/>
            <a:ext cx="58155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mempalace/palace.py · get_collection()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mempalace/searcher.py · semantic retrieval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mempalace/palace_graph.py · graph from metadata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mempalace/knowledge_graph.py · temporal KG in SQLite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如何运行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这部分几乎全在 README 和 CLI 里，且默认都走本地路径。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338328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09928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CLI Quickstart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8424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48256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322576"/>
            <a:ext cx="309067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`pip install mempalace`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`mempalace init ~/projects/myapp`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`mempalace mine ~/projects/myapp`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`mempalace search "query"`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`mempalace status` / `wake-up`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160520" y="1572768"/>
            <a:ext cx="3383280" cy="438912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572768"/>
            <a:ext cx="338328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6824" y="1709928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会话导入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06824" y="198424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048256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06824" y="2322576"/>
            <a:ext cx="309067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`mempalace mine ~/claude-sessions --mode convos`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会话和项目文件进入同一个 palace。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`convo_miner.py` 为每个 chunk 生成 drawer ID 和 metadata。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662672" y="1572768"/>
            <a:ext cx="3877056" cy="4389120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1572768"/>
            <a:ext cx="3877056" cy="91440"/>
          </a:xfrm>
          <a:prstGeom prst="rect">
            <a:avLst/>
          </a:prstGeom>
          <a:solidFill>
            <a:srgbClr val="B86A1A"/>
          </a:solidFill>
          <a:ln w="12700">
            <a:solidFill>
              <a:srgbClr val="B86A1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976" y="1709928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MCP 与 Agent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08976" y="198424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F7E6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048256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A1A"/>
                </a:solidFill>
              </a:rPr>
              <a:t>结论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08976" y="2322576"/>
            <a:ext cx="358444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`python -m mempalace.mcp_server`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README 示例：`claude mcp add mempalace -- python -m mempalace.mcp_server`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暴露 status、list_wings、search、add_drawer、find_tunnels、diary 等工具。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6144768"/>
            <a:ext cx="108813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254496"/>
            <a:ext cx="10378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E2033"/>
                </a:solidFill>
              </a:rPr>
              <a:t>和 Supermemory 不同，这里“本地运行”意味着核心存储、语义检索、graph 逻辑都真的在本机发生。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数据如何保存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仓库里对持久化位置、集合名和元数据字段写得很直接。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530352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09928"/>
            <a:ext cx="5010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主存储：ChromaDB drawers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8424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48256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322576"/>
            <a:ext cx="501091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`config.py` 默认 palace path 为 `~/.mempalace/palace`。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`palace.py` 用 `chromadb.PersistentClient(path=palace_path)` 打开持久化目录。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collection 默认名是 `mempalace_drawers`。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每个 drawer 存原文 chunk，metadata 至少含 `wing`、`room`、`source_file`，很多路径还会写 `hall`、`date`、`added_by` 等。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572768"/>
            <a:ext cx="530352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709928"/>
            <a:ext cx="5010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辅助存储：SQLite knowledge graph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82512" y="1984248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048256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82512" y="2322576"/>
            <a:ext cx="501091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`knowledge_graph.py` 默认库文件 `~/.mempalace/knowledge_graph.sqlite3`。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表结构包括 `entities` 和 `triples`，支持 `valid_from` / `valid_to`。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图谱不是替代 drawers，而是补一层实体-关系-时间索引。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README / MCP 里的 diary、AAAK、closet 更像围绕主存储的额外写法，不是主数据面。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58368" y="6163056"/>
            <a:ext cx="10899648" cy="274320"/>
          </a:xfrm>
          <a:prstGeom prst="roundRect">
            <a:avLst>
              <a:gd name="adj" fmla="val 16667"/>
            </a:avLst>
          </a:prstGeom>
          <a:solidFill>
            <a:srgbClr val="F7E6D0"/>
          </a:solidFill>
          <a:ln w="12700">
            <a:solidFill>
              <a:srgbClr val="B86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6263640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E2033"/>
                </a:solidFill>
              </a:rPr>
              <a:t>所以最精确的保存模型是：原文 chunk 进 Chroma；关系事实进 SQLite KG；两者都本地持久化。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如何检索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它不是只有一个 search：至少有三条 retrieval 路径。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3520440" cy="452628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3520440" cy="91440"/>
          </a:xfrm>
          <a:prstGeom prst="rect">
            <a:avLst/>
          </a:prstGeom>
          <a:solidFill>
            <a:srgbClr val="237D72"/>
          </a:solidFill>
          <a:ln w="12700">
            <a:solidFill>
              <a:srgbClr val="237D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916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1. 语义搜索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F0EC"/>
          </a:solidFill>
          <a:ln w="12700">
            <a:solidFill>
              <a:srgbClr val="D8F0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7D72"/>
                </a:solidFill>
              </a:rPr>
              <a:t>结论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304288"/>
            <a:ext cx="32278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`searcher.py` 直接对 Chroma collection 做 `query_texts=[query]`。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返回 documents、metadatas、distances。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支持 `wing` / `room` where filter。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输出仍是 verbatim text，不自动摘要。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520440" cy="452628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554480"/>
            <a:ext cx="3520440" cy="91440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6916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2. Metadata Graph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6227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D8E9F7"/>
          </a:solidFill>
          <a:ln w="12700">
            <a:solidFill>
              <a:srgbClr val="D8E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5A89"/>
                </a:solidFill>
              </a:rPr>
              <a:t>结论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62272" y="2304288"/>
            <a:ext cx="32278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`palace_graph.py` 从 Chroma metadata 重建 graph。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room 是 node；同名 room 跨 wing 出现时形成 tunnel/edge。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支持 `traverse(start_room)` 和 `find_tunnels(wing_a, wing_b)`。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不需要外部图数据库。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973568" y="1554480"/>
            <a:ext cx="3520440" cy="452628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1554480"/>
            <a:ext cx="3520440" cy="91440"/>
          </a:xfrm>
          <a:prstGeom prst="rect">
            <a:avLst/>
          </a:prstGeom>
          <a:solidFill>
            <a:srgbClr val="B86A1A"/>
          </a:solidFill>
          <a:ln w="12700">
            <a:solidFill>
              <a:srgbClr val="B86A1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1691640"/>
            <a:ext cx="3227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3"/>
                </a:solidFill>
              </a:rPr>
              <a:t>3. Temporal KG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9872" y="1965960"/>
            <a:ext cx="786384" cy="256032"/>
          </a:xfrm>
          <a:prstGeom prst="roundRect">
            <a:avLst>
              <a:gd name="adj" fmla="val 17857"/>
            </a:avLst>
          </a:prstGeom>
          <a:solidFill>
            <a:srgbClr val="F7E6D0"/>
          </a:solidFill>
          <a:ln w="12700">
            <a:solidFill>
              <a:srgbClr val="F7E6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2029968"/>
            <a:ext cx="7132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A1A"/>
                </a:solidFill>
              </a:rPr>
              <a:t>结论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19872" y="2304288"/>
            <a:ext cx="322783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`knowledge_graph.py` 支持按实体和时间查询三元组。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可做 outgoing/incoming/both traversal。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用于表达“什么事实在什么时候为真”。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0E2033"/>
                </a:solidFill>
              </a:rPr>
              <a:t>补足纯向量检索对时间与关系的弱点。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6163056"/>
            <a:ext cx="1089964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6263640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E2033"/>
                </a:solidFill>
              </a:rPr>
              <a:t>所以 MemPalace 的 retrieval 不是单一路径，而是 `semantic recall + metadata graph + temporal KG` 的轻量组合。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放到同一张图里看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定位、数据主语和检索主语不同，导致接入方式和适用场景也不同。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1088136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033"/>
                </a:solidFill>
              </a:rPr>
              <a:t>维度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03120" y="1783080"/>
            <a:ext cx="3337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033"/>
                </a:solidFill>
              </a:rPr>
              <a:t>Supermemory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33375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033"/>
                </a:solidFill>
              </a:rPr>
              <a:t>MemPalace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468880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84832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产品形态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208483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托管 API + app/MCP/plugins/SDK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400800" y="208483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本地 CLI + MCP + local storage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41248" y="2999232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615184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开源边界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261518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接口层/文档层开源，生产引擎未完整公开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400800" y="261518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核心实现基本都在仓库里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41248" y="3529584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45536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主数据对象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31455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document → memories → profiles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400800" y="31455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drawer(verbatim chunk) + optional closet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41248" y="4059936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7588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主要存储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3675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仓库未公开底层细节；文档说明 embedding/indexing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400800" y="3675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ChromaDB 持久化目录 + SQLite KG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841248" y="4590288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主要检索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03120" y="42062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hybrid search + profiles + rerank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400800" y="42062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semantic search + tunnel graph + temporal triples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41248" y="5120640"/>
            <a:ext cx="10469880" cy="0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736592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033"/>
                </a:solidFill>
              </a:rPr>
              <a:t>适合场景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0" y="47365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给产品快速接 memory/context 能力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400800" y="47365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E2033"/>
                </a:solidFill>
              </a:rPr>
              <a:t>给本地 agent / 个人知识库做持久化记忆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58368" y="6144768"/>
            <a:ext cx="10899648" cy="292608"/>
          </a:xfrm>
          <a:prstGeom prst="roundRect">
            <a:avLst>
              <a:gd name="adj" fmla="val 15625"/>
            </a:avLst>
          </a:prstGeom>
          <a:solidFill>
            <a:srgbClr val="F7DCE0"/>
          </a:solidFill>
          <a:ln w="12700">
            <a:solidFill>
              <a:srgbClr val="A84A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6245352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E2033"/>
                </a:solidFill>
              </a:rPr>
              <a:t>如果你的需求是“我想自己掌控数据并看懂每一层怎么工作”，优先看 MemPalace；如果你的需求是“我想最快把 memory 做进产品”，Supermemory 的 API 面更顺手。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SOURCE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关键源码与文档入口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方便二次深入。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82496"/>
            <a:ext cx="5084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1856232"/>
            <a:ext cx="508406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README.md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apps/docs/memory-api/introduction.mdx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apps/docs/memory-api/ingesting.mdx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apps/docs/memory-api/features/reranking.mdx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apps/docs/user-profiles/overview.mdx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packages/tools/src/tools-shared.ts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packages/ai-sdk/src/tools.ts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packages/openai-sdk-python/src/supermemory_openai/middleware.py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236208" y="1572768"/>
            <a:ext cx="5303520" cy="4526280"/>
          </a:xfrm>
          <a:prstGeom prst="roundRect">
            <a:avLst>
              <a:gd name="adj" fmla="val 1010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682496"/>
            <a:ext cx="5084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5936" y="1856232"/>
            <a:ext cx="508406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README.md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pyproject.toml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mempalace/cli.py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mempalace/config.py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mempalace/palace.py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mempalace/miner.py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mempalace/searcher.py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mempalace/palace_graph.py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mempalace/knowledge_graph.py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mempalace/mcp_server.py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A89"/>
          </a:solidFill>
          <a:ln w="12700">
            <a:solidFill>
              <a:srgbClr val="1E5A8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9184"/>
            <a:ext cx="4480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LINKS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2033"/>
                </a:solidFill>
              </a:rPr>
              <a:t>外部来源与引用链接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94360" y="10698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7"/>
                </a:solidFill>
              </a:rPr>
              <a:t>PPT 内容主要来自源码；这里补上官方页面与仓库链接。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82496"/>
            <a:ext cx="5084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Supermemory URLs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1856232"/>
            <a:ext cx="508406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https://github.com/supermemoryai/supermemory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https://supermemory.ai/docs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https://supermemory.ai/docs/search/reranking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https://docs.supermemory.ai/supermemory-mcp/introduction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https://supermemory.ai/docs/quickstart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https://console.supermemory.ai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236208" y="1572768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CFDFE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1682496"/>
            <a:ext cx="50840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A89"/>
                </a:solidFill>
              </a:rPr>
              <a:t>MemPalace URLs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5936" y="1856232"/>
            <a:ext cx="508406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https://github.com/milla-jovovich/mempalace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https://pypi.org/project/mempalace/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README and examples inside repository are primary reference.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0E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 separate official docs site was needed for core verification.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58368" y="6144768"/>
            <a:ext cx="1089964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6254496"/>
            <a:ext cx="104241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0E2033"/>
                </a:solidFill>
              </a:rPr>
              <a:t>说明：supermemory 的部分结论必须标注“基于文档与 SDK 推断”，因为核心托管引擎未在仓库里完整公开；mempalace 的部分结论则可以直接落到源码。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11064240" y="3291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7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Supermemory 与 MemPalace 深度调研</dc:title>
  <dc:subject>Supermemory and MemPalace codebase deep dive</dc:subject>
  <dc:creator>OpenAI Codex</dc:creator>
  <cp:lastModifiedBy>OpenAI Codex</cp:lastModifiedBy>
  <cp:revision>1</cp:revision>
  <dcterms:created xsi:type="dcterms:W3CDTF">2026-04-09T16:44:14Z</dcterms:created>
  <dcterms:modified xsi:type="dcterms:W3CDTF">2026-04-09T16:44:14Z</dcterms:modified>
</cp:coreProperties>
</file>